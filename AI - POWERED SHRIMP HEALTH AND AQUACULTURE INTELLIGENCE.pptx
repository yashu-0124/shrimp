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657" autoAdjust="0"/>
    <p:restoredTop sz="94660"/>
  </p:normalViewPr>
  <p:slideViewPr>
    <p:cSldViewPr>
      <p:cViewPr>
        <p:scale>
          <a:sx n="10" d="100"/>
          <a:sy n="10" d="100"/>
        </p:scale>
        <p:origin x="-4090" y="-166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05169-AFD0-42AA-8EEA-EFEABBADAA7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987C9-B6B6-4FB6-9B01-1BAAA4DC3DCB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05169-AFD0-42AA-8EEA-EFEABBADAA7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987C9-B6B6-4FB6-9B01-1BAAA4DC3DC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05169-AFD0-42AA-8EEA-EFEABBADAA7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987C9-B6B6-4FB6-9B01-1BAAA4DC3DCB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05169-AFD0-42AA-8EEA-EFEABBADAA7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987C9-B6B6-4FB6-9B01-1BAAA4DC3DC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05169-AFD0-42AA-8EEA-EFEABBADAA7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987C9-B6B6-4FB6-9B01-1BAAA4DC3DC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05169-AFD0-42AA-8EEA-EFEABBADAA7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987C9-B6B6-4FB6-9B01-1BAAA4DC3DC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05169-AFD0-42AA-8EEA-EFEABBADAA7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987C9-B6B6-4FB6-9B01-1BAAA4DC3DC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05169-AFD0-42AA-8EEA-EFEABBADAA7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987C9-B6B6-4FB6-9B01-1BAAA4DC3DC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05169-AFD0-42AA-8EEA-EFEABBADAA7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25B987C9-B6B6-4FB6-9B01-1BAAA4DC3DC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05169-AFD0-42AA-8EEA-EFEABBADAA7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987C9-B6B6-4FB6-9B01-1BAAA4DC3DC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05169-AFD0-42AA-8EEA-EFEABBADAA7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987C9-B6B6-4FB6-9B01-1BAAA4DC3DC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87805169-AFD0-42AA-8EEA-EFEABBADAA7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25B987C9-B6B6-4FB6-9B01-1BAAA4DC3DCB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685800"/>
            <a:ext cx="7851648" cy="426720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effectLst/>
              </a:rPr>
              <a:t>AI - POWERED SHRIMP HEALTH AND AQUACULTURE INTELLIGENCE</a:t>
            </a:r>
            <a:br>
              <a:rPr lang="en-US" dirty="0">
                <a:effectLst/>
              </a:rPr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613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5400" b="1" spc="-1" dirty="0">
                <a:solidFill>
                  <a:srgbClr val="8A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5400" b="1" spc="-1" dirty="0">
                <a:solidFill>
                  <a:srgbClr val="8A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800" b="1" spc="-1" dirty="0">
                <a:solidFill>
                  <a:srgbClr val="8A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384810" indent="-457200">
              <a:spcBef>
                <a:spcPts val="735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sz="3600" b="1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Overview</a:t>
            </a:r>
          </a:p>
          <a:p>
            <a:pPr>
              <a:spcBef>
                <a:spcPts val="735"/>
              </a:spcBef>
              <a:buClr>
                <a:srgbClr val="C00000"/>
              </a:buClr>
            </a:pP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altLang="en-US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Hybrid Deep Learning Approach: This project presents a vision-based system for shrimp health and growth monitoring that utilizes Convolutional Neural Networks (CNNs) and Transfer Learning (</a:t>
            </a:r>
            <a:r>
              <a:rPr lang="en-US" altLang="en-US" sz="28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MobileNet</a:t>
            </a:r>
            <a:r>
              <a:rPr lang="en-US" altLang="en-US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US" altLang="en-US" sz="28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EfficientNet</a:t>
            </a:r>
            <a:r>
              <a:rPr lang="en-US" altLang="en-US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</a:p>
          <a:p>
            <a:pPr>
              <a:spcBef>
                <a:spcPts val="735"/>
              </a:spcBef>
              <a:buClr>
                <a:srgbClr val="C00000"/>
              </a:buClr>
            </a:pPr>
            <a:r>
              <a:rPr lang="en-US" altLang="en-US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.Multimodal Analysis: The system captures morphological signs for real-time disease classification (e.g., White Spot, Black Gill) and implements non-invasive algorithms for size and weight estimation.</a:t>
            </a:r>
          </a:p>
          <a:p>
            <a:pPr>
              <a:spcBef>
                <a:spcPts val="735"/>
              </a:spcBef>
              <a:buClr>
                <a:srgbClr val="C00000"/>
              </a:buClr>
            </a:pPr>
            <a:r>
              <a:rPr lang="en-US" altLang="en-US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.Data-Driven Insights: Trained on a dataset of 15,149 high-resolution images from local farms and </a:t>
            </a:r>
            <a:r>
              <a:rPr lang="en-US" altLang="en-US" sz="28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Kaggle</a:t>
            </a:r>
            <a:r>
              <a:rPr lang="en-US" altLang="en-US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the model calculates pond biomass to provide precise, farm-specific recommendations.</a:t>
            </a:r>
          </a:p>
          <a:p>
            <a:pPr>
              <a:spcBef>
                <a:spcPts val="735"/>
              </a:spcBef>
              <a:buClr>
                <a:srgbClr val="C00000"/>
              </a:buClr>
            </a:pPr>
            <a:r>
              <a:rPr lang="en-US" altLang="en-US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.Intelligent Resource Management: The system integrates a Smart Feed Calculator and weather forecasting to optimize Feed Conversion Ratios (FCR), reducing waste and mortality.</a:t>
            </a:r>
          </a:p>
          <a:p>
            <a:pPr>
              <a:spcBef>
                <a:spcPts val="735"/>
              </a:spcBef>
              <a:buClr>
                <a:srgbClr val="C00000"/>
              </a:buClr>
            </a:pPr>
            <a:r>
              <a:rPr lang="en-US" altLang="en-US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.Scalable Deployment: The entire pipeline is deployed as a user-friendly mobile application (Flutter/React Native) with an AI </a:t>
            </a:r>
            <a:r>
              <a:rPr lang="en-US" altLang="en-US" sz="28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chatbot</a:t>
            </a:r>
            <a:r>
              <a:rPr lang="en-US" altLang="en-US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bridging the gap between technical AI capabilities and practical farming needs.</a:t>
            </a:r>
          </a:p>
          <a:p>
            <a:pPr>
              <a:spcBef>
                <a:spcPts val="735"/>
              </a:spcBef>
              <a:buClr>
                <a:srgbClr val="C00000"/>
              </a:buClr>
            </a:pPr>
            <a:endParaRPr lang="en-US" altLang="en-US" sz="2800" spc="-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735"/>
              </a:spcBef>
              <a:buClr>
                <a:srgbClr val="C00000"/>
              </a:buClr>
            </a:pPr>
            <a:endParaRPr lang="en-US" altLang="en-US" sz="2800" spc="-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735"/>
              </a:spcBef>
              <a:buClr>
                <a:srgbClr val="C00000"/>
              </a:buClr>
            </a:pPr>
            <a:endParaRPr lang="en-US" altLang="en-US" sz="2800" spc="-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377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447800"/>
          </a:xfrm>
        </p:spPr>
        <p:txBody>
          <a:bodyPr>
            <a:normAutofit fontScale="90000"/>
          </a:bodyPr>
          <a:lstStyle/>
          <a:p>
            <a:r>
              <a:rPr lang="en-US" sz="5400" b="1" spc="-1" dirty="0" smtClean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5400" b="1" spc="-1" dirty="0" smtClean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5400" b="1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5400" b="1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5400" b="1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Statement:</a:t>
            </a:r>
            <a:br>
              <a:rPr lang="en-US" sz="5400" b="1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29200"/>
          </a:xfrm>
        </p:spPr>
        <p:txBody>
          <a:bodyPr>
            <a:normAutofit fontScale="77500" lnSpcReduction="20000"/>
          </a:bodyPr>
          <a:lstStyle/>
          <a:p>
            <a:r>
              <a:rPr lang="en-US" altLang="en-US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Shrimp farming is a high-value sector, yet it remains vulnerable to sudden losses due to undetected diseases and inefficient manual management. Existing practices face three critical </a:t>
            </a:r>
            <a:r>
              <a:rPr lang="en-US" altLang="en-US" sz="28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challenges:Manual</a:t>
            </a:r>
            <a:r>
              <a:rPr lang="en-US" altLang="en-US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Inefficiency and Error: Current methods for disease diagnosis and size estimation are largely manual, slow, and prone to human error, often requiring expensive expert </a:t>
            </a:r>
            <a:r>
              <a:rPr lang="en-US" altLang="en-US" sz="28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intervention.High</a:t>
            </a:r>
            <a:r>
              <a:rPr lang="en-US" altLang="en-US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Technical Barriers: Existing high-tech solutions rely on expensive </a:t>
            </a:r>
            <a:r>
              <a:rPr lang="en-US" altLang="en-US" sz="28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IoT</a:t>
            </a:r>
            <a:r>
              <a:rPr lang="en-US" altLang="en-US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sensors or specialized hardware that are financially out of reach for small-to-medium-scale </a:t>
            </a:r>
            <a:r>
              <a:rPr lang="en-US" altLang="en-US" sz="28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farmers.Delayed</a:t>
            </a:r>
            <a:r>
              <a:rPr lang="en-US" altLang="en-US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Action and Resource Waste: Laboratory-based testing takes days, leading to high mortality rates during outbreaks. Furthermore, inaccurate biomass estimation leads to overfeeding, which increases costs and degrades water </a:t>
            </a:r>
            <a:r>
              <a:rPr lang="en-US" altLang="en-US" sz="28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quality.There</a:t>
            </a:r>
            <a:r>
              <a:rPr lang="en-US" altLang="en-US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a critical need for an all-in-one, affordable AI platform that provides real-time, explainable health and growth analysis using standard mobile devices to improve farm productivity and sustainability.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08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PROPOSED 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Core Model: Convolutional Neural Networks (CNNs) and Transfer </a:t>
            </a:r>
            <a:endParaRPr lang="en-US" dirty="0"/>
          </a:p>
          <a:p>
            <a:r>
              <a:rPr lang="en-US" dirty="0"/>
              <a:t>• Learning (e.g., </a:t>
            </a:r>
            <a:r>
              <a:rPr lang="en-US" dirty="0" err="1"/>
              <a:t>MobileNet</a:t>
            </a:r>
            <a:r>
              <a:rPr lang="en-US" dirty="0"/>
              <a:t> or </a:t>
            </a:r>
            <a:r>
              <a:rPr lang="en-US" dirty="0" err="1"/>
              <a:t>EfficientNet</a:t>
            </a:r>
            <a:r>
              <a:rPr lang="en-US" dirty="0"/>
              <a:t>) for lightweight, </a:t>
            </a:r>
            <a:endParaRPr lang="en-US" dirty="0"/>
          </a:p>
          <a:p>
            <a:r>
              <a:rPr lang="en-US" dirty="0"/>
              <a:t>high_x0002_accuracy image classification. </a:t>
            </a:r>
            <a:endParaRPr lang="en-US" dirty="0"/>
          </a:p>
          <a:p>
            <a:r>
              <a:rPr lang="en-US" dirty="0"/>
              <a:t>• Reason for Choice: These models are optimized for mobile </a:t>
            </a:r>
            <a:endParaRPr lang="en-US" dirty="0"/>
          </a:p>
          <a:p>
            <a:r>
              <a:rPr lang="en-US" dirty="0"/>
              <a:t>deployment, ensuring farmers can get results in the field without </a:t>
            </a:r>
            <a:endParaRPr lang="en-US" dirty="0"/>
          </a:p>
          <a:p>
            <a:r>
              <a:rPr lang="en-US" dirty="0"/>
              <a:t>high-end computers. </a:t>
            </a:r>
            <a:endParaRPr lang="en-US" dirty="0"/>
          </a:p>
          <a:p>
            <a:r>
              <a:rPr lang="en-US" dirty="0"/>
              <a:t>• Functionality: </a:t>
            </a:r>
            <a:endParaRPr lang="en-US" dirty="0"/>
          </a:p>
          <a:p>
            <a:r>
              <a:rPr lang="en-US" dirty="0"/>
              <a:t>• Vision-Based Diagnosis: Instant disease detection from </a:t>
            </a:r>
            <a:r>
              <a:rPr lang="en-US" dirty="0" err="1"/>
              <a:t>mobilephotos</a:t>
            </a:r>
            <a:r>
              <a:rPr lang="en-US" dirty="0"/>
              <a:t>. </a:t>
            </a:r>
            <a:endParaRPr lang="en-US" dirty="0"/>
          </a:p>
          <a:p>
            <a:r>
              <a:rPr lang="en-US" dirty="0"/>
              <a:t>• Automated Biomass Tracking: Estimating weight and population </a:t>
            </a:r>
            <a:endParaRPr lang="en-US" dirty="0"/>
          </a:p>
          <a:p>
            <a:r>
              <a:rPr lang="en-US" dirty="0"/>
              <a:t>needs via 2D image analysis. </a:t>
            </a:r>
            <a:endParaRPr lang="en-US" dirty="0"/>
          </a:p>
          <a:p>
            <a:r>
              <a:rPr lang="en-US" dirty="0"/>
              <a:t>• Smart Feed Calculator: Integrating growth stages and health status </a:t>
            </a:r>
            <a:endParaRPr lang="en-US" dirty="0"/>
          </a:p>
          <a:p>
            <a:r>
              <a:rPr lang="en-US" dirty="0"/>
              <a:t>to refine Feed Conversion Ratios (FCR)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144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METHODODLGY: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0812" y="2310352"/>
            <a:ext cx="5382376" cy="3639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498967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7</TotalTime>
  <Words>417</Words>
  <Application>Microsoft Office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Flow</vt:lpstr>
      <vt:lpstr>AI - POWERED SHRIMP HEALTH AND AQUACULTURE INTELLIGENCE </vt:lpstr>
      <vt:lpstr> Introduction</vt:lpstr>
      <vt:lpstr>  Problem Statement: </vt:lpstr>
      <vt:lpstr>PROPOSED SOLUTION</vt:lpstr>
      <vt:lpstr>METHODODLGY: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- POWERED SHRIMP HEALTH AND AQUACULTURE INTELLIGENCE </dc:title>
  <dc:creator>USER</dc:creator>
  <cp:lastModifiedBy>USER</cp:lastModifiedBy>
  <cp:revision>1</cp:revision>
  <dcterms:created xsi:type="dcterms:W3CDTF">2026-05-19T04:45:12Z</dcterms:created>
  <dcterms:modified xsi:type="dcterms:W3CDTF">2026-05-19T04:52:27Z</dcterms:modified>
</cp:coreProperties>
</file>